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0" kern="0" dirty="0">
                <a:solidFill>
                  <a:srgbClr val="F2EFE7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695" y="685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github.com/LiuShiyuMath/metrix-plugin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spc="-400" kern="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TeamAgent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94484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2EFE7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捕捉一次纠正，封锁所有重复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EFE7">
                    <a:alpha val="50000"/>
                  </a:srgbClr>
                </a:solidFill>
              </a:rPr>
              <a:t>TeamAgent — 一次纠正进，全队不再犯。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943600"/>
            <a:ext cx="10362895" cy="0"/>
          </a:xfrm>
          <a:prstGeom prst="line">
            <a:avLst/>
          </a:prstGeom>
          <a:noFill/>
          <a:ln w="6350">
            <a:solidFill>
              <a:srgbClr val="F2EFE7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插件市场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0" i="1" dirty="0">
                <a:solidFill>
                  <a:srgbClr val="E65100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1828800" y="2103120"/>
            <a:ext cx="944849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在 Claude Code 里被纠正过的错误，新开一个 session 之后 Bob 又会原样犯一遍。短期记忆死在 session 边界，</a:t>
            </a:r>
            <a:pPr indent="0" marL="0">
              <a:spcAft>
                <a:spcPts val="600"/>
              </a:spcAft>
              <a:buNone/>
            </a:pPr>
            <a:r>
              <a:rPr lang="en-US" sz="4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整支团队反复踩同一个坑</a:t>
            </a:r>
            <a:pPr indent="0" marL="0">
              <a:spcAft>
                <a:spcPts val="600"/>
              </a:spcAft>
              <a:buNone/>
            </a:pPr>
            <a:r>
              <a:rPr lang="en-US" sz="40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5-50 人的 AI 团队，多人共用 Claude Code、有 reviewer 角色、关心可审计的 agent 行为。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OUR ANSWER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1036289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TeamAgent 用三个 Claude Code plugin 把每一次用户纠正变成 rule card：Stop hook 抓 correction，PreToolUse 在下一次重复发生前 deny，</a:t>
            </a:r>
            <a:pPr indent="0" marL="0">
              <a:spcAft>
                <a:spcPts val="600"/>
              </a:spcAft>
              <a:buNone/>
            </a:pPr>
            <a:r>
              <a:rPr lang="en-US" sz="46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UserPromptSubmit</a:t>
            </a:r>
            <a:pPr indent="0" marL="0">
              <a:spcAft>
                <a:spcPts val="600"/>
              </a:spcAft>
              <a:buNone/>
            </a:pPr>
            <a:r>
              <a:rPr lang="en-US" sz="4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把规则注入新 session，CEO 端拿到含 4 锚点的 before/after HTML 证据。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2EFE7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 / Claude Code plugin 接口稳定，hooks 能在 tool 执行前拒绝；团队多 session 协作已经成为日常痛点。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CAPABILITIES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</a:t>
            </a:r>
            <a:pPr indent="0" marL="0">
              <a:buNone/>
            </a:pPr>
            <a:r>
              <a:rPr lang="en-US" sz="32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5-50 人的 AI 团队，多人共用 Claude Code、有 reviewer 角色、关心可审计的 agent 行为。</a:t>
            </a:r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hook 抓纠正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Alice 一句 'don't use moment'，自动落成 rule 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5848" y="23774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35928" y="237744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PreToolUse 真 deny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35928" y="288036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Bob 下次 npm install moment，tool 执行前直接拒绝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509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35509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规则注入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05384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新 session 一启动就被告知这条规则存在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48" y="35509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35928" y="35509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证据控制台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35928" y="405384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/proof 命令出 4 锚点 HTML，老板看得懂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244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72440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跨 session 同步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22732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SessionStart 拉团队规则、写 conflicts.jsonl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5848" y="47244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35928" y="472440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 机械隔离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35928" y="5227320"/>
            <a:ext cx="4358488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EFE7">
                    <a:alpha val="70000"/>
                  </a:srgbClr>
                </a:solidFill>
              </a:rPr>
              <a:t>claudefast --plugin-dir /tmp/empty 自评不可作弊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MARKET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i="1" spc="-6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现役开发者 50 万+，每个团队每周至少捕获 3-5 条可复用纠正。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FE7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5-50 人的 ai 团队，多人共用 claude code、有 reviewer 角色、关心可审计的 agent 行为。.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WHAT IS WORKING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94560"/>
            <a:ext cx="2224964" cy="2036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097280" y="4231386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· proof · team-sync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4786884"/>
            <a:ext cx="22249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 SHIPPED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59404" y="2377440"/>
            <a:ext cx="0" cy="3337560"/>
          </a:xfrm>
          <a:prstGeom prst="line">
            <a:avLst/>
          </a:prstGeom>
          <a:noFill/>
          <a:ln w="6350">
            <a:solidFill>
              <a:srgbClr val="F2EFE7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8004" y="2194560"/>
            <a:ext cx="2224964" cy="2036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s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3688004" y="4231386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+ claudefast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8004" y="4786884"/>
            <a:ext cx="22249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DEMO LENGTH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50128" y="2377440"/>
            <a:ext cx="0" cy="3337560"/>
          </a:xfrm>
          <a:prstGeom prst="line">
            <a:avLst/>
          </a:prstGeom>
          <a:noFill/>
          <a:ln w="6350">
            <a:solidFill>
              <a:srgbClr val="F2EFE7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2194560"/>
            <a:ext cx="2224964" cy="2036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6278728" y="4231386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machine-verified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8728" y="4786884"/>
            <a:ext cx="22249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ANCHORS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40851" y="2377440"/>
            <a:ext cx="0" cy="3337560"/>
          </a:xfrm>
          <a:prstGeom prst="line">
            <a:avLst/>
          </a:prstGeom>
          <a:noFill/>
          <a:ln w="6350">
            <a:solidFill>
              <a:srgbClr val="F2EFE7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451" y="2194560"/>
            <a:ext cx="2224964" cy="2036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8869451" y="4231386"/>
            <a:ext cx="22249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+ jq + ffprobe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451" y="4786884"/>
            <a:ext cx="22249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RUNTIMES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THE BUSINESS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3210458" cy="4343400"/>
          </a:xfrm>
          <a:prstGeom prst="rect">
            <a:avLst/>
          </a:prstGeom>
          <a:solidFill>
            <a:srgbClr val="0A0A0A">
              <a:alpha val="50000"/>
            </a:srgbClr>
          </a:solidFill>
          <a:ln w="6350">
            <a:solidFill>
              <a:srgbClr val="F2EFE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148840"/>
            <a:ext cx="2570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2606040"/>
            <a:ext cx="25703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34440" y="3840480"/>
            <a:ext cx="25703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MIT 协议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3 个 plugin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本地 ~/.teamagent 存储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90618" y="1828800"/>
            <a:ext cx="3210458" cy="4343400"/>
          </a:xfrm>
          <a:prstGeom prst="rect">
            <a:avLst/>
          </a:prstGeom>
          <a:solidFill>
            <a:srgbClr val="0A0A0A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0658" y="2148840"/>
            <a:ext cx="2570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10658" y="2606040"/>
            <a:ext cx="25703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$9/user/month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10658" y="3840480"/>
            <a:ext cx="25703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共享 rule store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跨仓库同步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conflict resolver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1828800"/>
            <a:ext cx="3210458" cy="4343400"/>
          </a:xfrm>
          <a:prstGeom prst="rect">
            <a:avLst/>
          </a:prstGeom>
          <a:solidFill>
            <a:srgbClr val="0A0A0A">
              <a:alpha val="50000"/>
            </a:srgbClr>
          </a:solidFill>
          <a:ln w="6350">
            <a:solidFill>
              <a:srgbClr val="F2EFE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6877" y="2148840"/>
            <a:ext cx="2570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0" kern="0" dirty="0">
                <a:solidFill>
                  <a:srgbClr val="F2EFE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86877" y="2606040"/>
            <a:ext cx="25703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86877" y="3840480"/>
            <a:ext cx="25703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私有部署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SSO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EFE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审计导出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BUILT BY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team with opinions.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55768" y="2560320"/>
            <a:ext cx="1280160" cy="128016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5768" y="25603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LiuShiyuMath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4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MAINTAINER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99971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FE7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metrix-plugin 作者，TeamBrain 思路落地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THE 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2EFE7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289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i="1" spc="-6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$500K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2EFE7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fund / Team plan 后端 + 多 IDE 适配 + 企业版审计能力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i="1" spc="-800" kern="0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marketplace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https://github.com/LiuShiyuMath/metrix-plugin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TeamAgent — Pitch Deck</dc:title>
  <dc:subject>PptxGenJS Presentation</dc:subject>
  <dc:creator>TeamAgent</dc:creator>
  <cp:lastModifiedBy>TeamAgent</cp:lastModifiedBy>
  <cp:revision>1</cp:revision>
  <dcterms:created xsi:type="dcterms:W3CDTF">2026-05-15T06:15:47Z</dcterms:created>
  <dcterms:modified xsi:type="dcterms:W3CDTF">2026-05-15T06:15:47Z</dcterms:modified>
</cp:coreProperties>
</file>